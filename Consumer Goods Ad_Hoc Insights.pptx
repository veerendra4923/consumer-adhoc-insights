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9EF7656-FAAA-4E7A-992E-8F5EF3DEFF3F}" v="25" dt="2025-12-01T15:20:31.80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91" d="100"/>
          <a:sy n="91" d="100"/>
        </p:scale>
        <p:origin x="322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eerendra sai mogilicharla" userId="c29f7956b83c8f26" providerId="LiveId" clId="{82DA33F7-FCE4-4182-9FBD-F9D05E68F1A6}"/>
    <pc:docChg chg="custSel modSld">
      <pc:chgData name="veerendra sai mogilicharla" userId="c29f7956b83c8f26" providerId="LiveId" clId="{82DA33F7-FCE4-4182-9FBD-F9D05E68F1A6}" dt="2025-12-01T15:25:13.526" v="222" actId="14100"/>
      <pc:docMkLst>
        <pc:docMk/>
      </pc:docMkLst>
      <pc:sldChg chg="addSp modSp mod">
        <pc:chgData name="veerendra sai mogilicharla" userId="c29f7956b83c8f26" providerId="LiveId" clId="{82DA33F7-FCE4-4182-9FBD-F9D05E68F1A6}" dt="2025-12-01T15:23:46.328" v="216" actId="1076"/>
        <pc:sldMkLst>
          <pc:docMk/>
          <pc:sldMk cId="1075763514" sldId="256"/>
        </pc:sldMkLst>
        <pc:spChg chg="mod">
          <ac:chgData name="veerendra sai mogilicharla" userId="c29f7956b83c8f26" providerId="LiveId" clId="{82DA33F7-FCE4-4182-9FBD-F9D05E68F1A6}" dt="2025-12-01T15:13:08.105" v="126"/>
          <ac:spMkLst>
            <pc:docMk/>
            <pc:sldMk cId="1075763514" sldId="256"/>
            <ac:spMk id="2" creationId="{B58875BF-51A8-E8A6-F01E-63F005146DF4}"/>
          </ac:spMkLst>
        </pc:spChg>
        <pc:spChg chg="mod">
          <ac:chgData name="veerendra sai mogilicharla" userId="c29f7956b83c8f26" providerId="LiveId" clId="{82DA33F7-FCE4-4182-9FBD-F9D05E68F1A6}" dt="2025-12-01T15:23:41.586" v="215" actId="1076"/>
          <ac:spMkLst>
            <pc:docMk/>
            <pc:sldMk cId="1075763514" sldId="256"/>
            <ac:spMk id="3" creationId="{70FB4D14-5BD7-1DC4-14B6-0D170E10239D}"/>
          </ac:spMkLst>
        </pc:spChg>
        <pc:picChg chg="add mod">
          <ac:chgData name="veerendra sai mogilicharla" userId="c29f7956b83c8f26" providerId="LiveId" clId="{82DA33F7-FCE4-4182-9FBD-F9D05E68F1A6}" dt="2025-12-01T15:11:53.568" v="125" actId="1076"/>
          <ac:picMkLst>
            <pc:docMk/>
            <pc:sldMk cId="1075763514" sldId="256"/>
            <ac:picMk id="5" creationId="{D5F24253-A919-F043-48F6-409886B46673}"/>
          </ac:picMkLst>
        </pc:picChg>
        <pc:picChg chg="add mod">
          <ac:chgData name="veerendra sai mogilicharla" userId="c29f7956b83c8f26" providerId="LiveId" clId="{82DA33F7-FCE4-4182-9FBD-F9D05E68F1A6}" dt="2025-12-01T15:23:46.328" v="216" actId="1076"/>
          <ac:picMkLst>
            <pc:docMk/>
            <pc:sldMk cId="1075763514" sldId="256"/>
            <ac:picMk id="7" creationId="{B041A8A9-601F-D06A-1D05-CFE5288F2B7B}"/>
          </ac:picMkLst>
        </pc:picChg>
        <pc:picChg chg="add mod">
          <ac:chgData name="veerendra sai mogilicharla" userId="c29f7956b83c8f26" providerId="LiveId" clId="{82DA33F7-FCE4-4182-9FBD-F9D05E68F1A6}" dt="2025-12-01T15:20:46.055" v="173" actId="14100"/>
          <ac:picMkLst>
            <pc:docMk/>
            <pc:sldMk cId="1075763514" sldId="256"/>
            <ac:picMk id="9" creationId="{B6F313B6-1619-3B47-C52B-243AA0CE5646}"/>
          </ac:picMkLst>
        </pc:picChg>
      </pc:sldChg>
      <pc:sldChg chg="addSp modSp mod">
        <pc:chgData name="veerendra sai mogilicharla" userId="c29f7956b83c8f26" providerId="LiveId" clId="{82DA33F7-FCE4-4182-9FBD-F9D05E68F1A6}" dt="2025-12-01T15:13:08.105" v="126"/>
        <pc:sldMkLst>
          <pc:docMk/>
          <pc:sldMk cId="1687897984" sldId="257"/>
        </pc:sldMkLst>
        <pc:spChg chg="mod">
          <ac:chgData name="veerendra sai mogilicharla" userId="c29f7956b83c8f26" providerId="LiveId" clId="{82DA33F7-FCE4-4182-9FBD-F9D05E68F1A6}" dt="2025-12-01T15:13:08.105" v="126"/>
          <ac:spMkLst>
            <pc:docMk/>
            <pc:sldMk cId="1687897984" sldId="257"/>
            <ac:spMk id="2" creationId="{D8DEF22C-AE87-9B0E-FCA5-B68A26924C13}"/>
          </ac:spMkLst>
        </pc:spChg>
        <pc:picChg chg="add mod">
          <ac:chgData name="veerendra sai mogilicharla" userId="c29f7956b83c8f26" providerId="LiveId" clId="{82DA33F7-FCE4-4182-9FBD-F9D05E68F1A6}" dt="2025-12-01T11:08:26.203" v="14" actId="1076"/>
          <ac:picMkLst>
            <pc:docMk/>
            <pc:sldMk cId="1687897984" sldId="257"/>
            <ac:picMk id="4" creationId="{882762CE-0E0E-44FC-0920-D835F548F0B1}"/>
          </ac:picMkLst>
        </pc:picChg>
        <pc:picChg chg="mod">
          <ac:chgData name="veerendra sai mogilicharla" userId="c29f7956b83c8f26" providerId="LiveId" clId="{82DA33F7-FCE4-4182-9FBD-F9D05E68F1A6}" dt="2025-12-01T11:05:38.855" v="5" actId="14100"/>
          <ac:picMkLst>
            <pc:docMk/>
            <pc:sldMk cId="1687897984" sldId="257"/>
            <ac:picMk id="5" creationId="{F15CBBC6-E1D3-AF7D-504B-C1D7E702237F}"/>
          </ac:picMkLst>
        </pc:picChg>
      </pc:sldChg>
      <pc:sldChg chg="addSp modSp mod">
        <pc:chgData name="veerendra sai mogilicharla" userId="c29f7956b83c8f26" providerId="LiveId" clId="{82DA33F7-FCE4-4182-9FBD-F9D05E68F1A6}" dt="2025-12-01T15:14:08.673" v="135" actId="14100"/>
        <pc:sldMkLst>
          <pc:docMk/>
          <pc:sldMk cId="55500141" sldId="258"/>
        </pc:sldMkLst>
        <pc:spChg chg="mod">
          <ac:chgData name="veerendra sai mogilicharla" userId="c29f7956b83c8f26" providerId="LiveId" clId="{82DA33F7-FCE4-4182-9FBD-F9D05E68F1A6}" dt="2025-12-01T15:13:08.105" v="126"/>
          <ac:spMkLst>
            <pc:docMk/>
            <pc:sldMk cId="55500141" sldId="258"/>
            <ac:spMk id="2" creationId="{C0C33D6C-CB50-03D6-2549-CB304B414F1D}"/>
          </ac:spMkLst>
        </pc:spChg>
        <pc:picChg chg="add mod">
          <ac:chgData name="veerendra sai mogilicharla" userId="c29f7956b83c8f26" providerId="LiveId" clId="{82DA33F7-FCE4-4182-9FBD-F9D05E68F1A6}" dt="2025-12-01T15:14:08.673" v="135" actId="14100"/>
          <ac:picMkLst>
            <pc:docMk/>
            <pc:sldMk cId="55500141" sldId="258"/>
            <ac:picMk id="4" creationId="{4280B4DE-70E4-5BD2-2DA8-9A22F8BA2DDE}"/>
          </ac:picMkLst>
        </pc:picChg>
        <pc:picChg chg="mod">
          <ac:chgData name="veerendra sai mogilicharla" userId="c29f7956b83c8f26" providerId="LiveId" clId="{82DA33F7-FCE4-4182-9FBD-F9D05E68F1A6}" dt="2025-12-01T15:14:00.890" v="134" actId="14100"/>
          <ac:picMkLst>
            <pc:docMk/>
            <pc:sldMk cId="55500141" sldId="258"/>
            <ac:picMk id="5" creationId="{529D3596-D58B-DA64-F659-BDF15767BF56}"/>
          </ac:picMkLst>
        </pc:picChg>
        <pc:picChg chg="add mod">
          <ac:chgData name="veerendra sai mogilicharla" userId="c29f7956b83c8f26" providerId="LiveId" clId="{82DA33F7-FCE4-4182-9FBD-F9D05E68F1A6}" dt="2025-12-01T15:13:46.655" v="131" actId="1076"/>
          <ac:picMkLst>
            <pc:docMk/>
            <pc:sldMk cId="55500141" sldId="258"/>
            <ac:picMk id="7" creationId="{FC33A308-D247-9600-F42A-54496003719F}"/>
          </ac:picMkLst>
        </pc:picChg>
      </pc:sldChg>
      <pc:sldChg chg="addSp delSp modSp mod">
        <pc:chgData name="veerendra sai mogilicharla" userId="c29f7956b83c8f26" providerId="LiveId" clId="{82DA33F7-FCE4-4182-9FBD-F9D05E68F1A6}" dt="2025-12-01T15:14:56.300" v="141" actId="1076"/>
        <pc:sldMkLst>
          <pc:docMk/>
          <pc:sldMk cId="662727583" sldId="259"/>
        </pc:sldMkLst>
        <pc:spChg chg="mod">
          <ac:chgData name="veerendra sai mogilicharla" userId="c29f7956b83c8f26" providerId="LiveId" clId="{82DA33F7-FCE4-4182-9FBD-F9D05E68F1A6}" dt="2025-12-01T15:13:08.105" v="126"/>
          <ac:spMkLst>
            <pc:docMk/>
            <pc:sldMk cId="662727583" sldId="259"/>
            <ac:spMk id="2" creationId="{C7A4F9C8-EC7A-83FA-9134-DF09E7F20D6D}"/>
          </ac:spMkLst>
        </pc:spChg>
        <pc:picChg chg="add mod">
          <ac:chgData name="veerendra sai mogilicharla" userId="c29f7956b83c8f26" providerId="LiveId" clId="{82DA33F7-FCE4-4182-9FBD-F9D05E68F1A6}" dt="2025-12-01T15:14:56.300" v="141" actId="1076"/>
          <ac:picMkLst>
            <pc:docMk/>
            <pc:sldMk cId="662727583" sldId="259"/>
            <ac:picMk id="4" creationId="{F68B9FBA-9E39-D614-AB8E-ABDE77D4ACDF}"/>
          </ac:picMkLst>
        </pc:picChg>
        <pc:picChg chg="add del mod">
          <ac:chgData name="veerendra sai mogilicharla" userId="c29f7956b83c8f26" providerId="LiveId" clId="{82DA33F7-FCE4-4182-9FBD-F9D05E68F1A6}" dt="2025-12-01T11:14:58.591" v="31" actId="478"/>
          <ac:picMkLst>
            <pc:docMk/>
            <pc:sldMk cId="662727583" sldId="259"/>
            <ac:picMk id="6" creationId="{02A63B6F-96E9-84D7-FF29-2DB9C79A7F97}"/>
          </ac:picMkLst>
        </pc:picChg>
        <pc:picChg chg="add mod">
          <ac:chgData name="veerendra sai mogilicharla" userId="c29f7956b83c8f26" providerId="LiveId" clId="{82DA33F7-FCE4-4182-9FBD-F9D05E68F1A6}" dt="2025-12-01T15:14:43.874" v="139" actId="1076"/>
          <ac:picMkLst>
            <pc:docMk/>
            <pc:sldMk cId="662727583" sldId="259"/>
            <ac:picMk id="8" creationId="{4B468A46-1CC2-CD52-DA28-233FB1D44514}"/>
          </ac:picMkLst>
        </pc:picChg>
        <pc:picChg chg="mod">
          <ac:chgData name="veerendra sai mogilicharla" userId="c29f7956b83c8f26" providerId="LiveId" clId="{82DA33F7-FCE4-4182-9FBD-F9D05E68F1A6}" dt="2025-12-01T15:14:48.639" v="140" actId="1076"/>
          <ac:picMkLst>
            <pc:docMk/>
            <pc:sldMk cId="662727583" sldId="259"/>
            <ac:picMk id="9" creationId="{253299F0-9D6D-D740-68AA-A0532266051B}"/>
          </ac:picMkLst>
        </pc:picChg>
      </pc:sldChg>
      <pc:sldChg chg="addSp modSp mod">
        <pc:chgData name="veerendra sai mogilicharla" userId="c29f7956b83c8f26" providerId="LiveId" clId="{82DA33F7-FCE4-4182-9FBD-F9D05E68F1A6}" dt="2025-12-01T15:24:19.071" v="220" actId="1076"/>
        <pc:sldMkLst>
          <pc:docMk/>
          <pc:sldMk cId="1310406198" sldId="260"/>
        </pc:sldMkLst>
        <pc:spChg chg="mod">
          <ac:chgData name="veerendra sai mogilicharla" userId="c29f7956b83c8f26" providerId="LiveId" clId="{82DA33F7-FCE4-4182-9FBD-F9D05E68F1A6}" dt="2025-12-01T15:13:08.105" v="126"/>
          <ac:spMkLst>
            <pc:docMk/>
            <pc:sldMk cId="1310406198" sldId="260"/>
            <ac:spMk id="2" creationId="{EC21DA42-D9D4-BAD1-2AD2-1EEB6B90965A}"/>
          </ac:spMkLst>
        </pc:spChg>
        <pc:picChg chg="add mod">
          <ac:chgData name="veerendra sai mogilicharla" userId="c29f7956b83c8f26" providerId="LiveId" clId="{82DA33F7-FCE4-4182-9FBD-F9D05E68F1A6}" dt="2025-12-01T15:24:16.441" v="219" actId="1076"/>
          <ac:picMkLst>
            <pc:docMk/>
            <pc:sldMk cId="1310406198" sldId="260"/>
            <ac:picMk id="4" creationId="{098D80E0-2748-67D2-3830-03A7C432A625}"/>
          </ac:picMkLst>
        </pc:picChg>
        <pc:picChg chg="mod">
          <ac:chgData name="veerendra sai mogilicharla" userId="c29f7956b83c8f26" providerId="LiveId" clId="{82DA33F7-FCE4-4182-9FBD-F9D05E68F1A6}" dt="2025-12-01T15:24:19.071" v="220" actId="1076"/>
          <ac:picMkLst>
            <pc:docMk/>
            <pc:sldMk cId="1310406198" sldId="260"/>
            <ac:picMk id="5" creationId="{BDAD206C-4A92-F40F-8196-C0C4D243AA48}"/>
          </ac:picMkLst>
        </pc:picChg>
        <pc:picChg chg="add mod">
          <ac:chgData name="veerendra sai mogilicharla" userId="c29f7956b83c8f26" providerId="LiveId" clId="{82DA33F7-FCE4-4182-9FBD-F9D05E68F1A6}" dt="2025-12-01T15:24:11.009" v="217" actId="1076"/>
          <ac:picMkLst>
            <pc:docMk/>
            <pc:sldMk cId="1310406198" sldId="260"/>
            <ac:picMk id="7" creationId="{41129DA0-65BF-3F9F-BDF2-9B284DE31D0B}"/>
          </ac:picMkLst>
        </pc:picChg>
      </pc:sldChg>
      <pc:sldChg chg="addSp modSp mod">
        <pc:chgData name="veerendra sai mogilicharla" userId="c29f7956b83c8f26" providerId="LiveId" clId="{82DA33F7-FCE4-4182-9FBD-F9D05E68F1A6}" dt="2025-12-01T15:17:36.353" v="157" actId="1076"/>
        <pc:sldMkLst>
          <pc:docMk/>
          <pc:sldMk cId="2527046048" sldId="261"/>
        </pc:sldMkLst>
        <pc:spChg chg="mod">
          <ac:chgData name="veerendra sai mogilicharla" userId="c29f7956b83c8f26" providerId="LiveId" clId="{82DA33F7-FCE4-4182-9FBD-F9D05E68F1A6}" dt="2025-12-01T15:13:08.275" v="127" actId="27636"/>
          <ac:spMkLst>
            <pc:docMk/>
            <pc:sldMk cId="2527046048" sldId="261"/>
            <ac:spMk id="2" creationId="{CD6CBE6F-85CE-456C-170A-760ADB362E67}"/>
          </ac:spMkLst>
        </pc:spChg>
        <pc:picChg chg="add mod">
          <ac:chgData name="veerendra sai mogilicharla" userId="c29f7956b83c8f26" providerId="LiveId" clId="{82DA33F7-FCE4-4182-9FBD-F9D05E68F1A6}" dt="2025-12-01T15:17:30.640" v="156" actId="1076"/>
          <ac:picMkLst>
            <pc:docMk/>
            <pc:sldMk cId="2527046048" sldId="261"/>
            <ac:picMk id="4" creationId="{DE15B813-48AD-3BCB-25A1-BCB82CE210D9}"/>
          </ac:picMkLst>
        </pc:picChg>
        <pc:picChg chg="mod">
          <ac:chgData name="veerendra sai mogilicharla" userId="c29f7956b83c8f26" providerId="LiveId" clId="{82DA33F7-FCE4-4182-9FBD-F9D05E68F1A6}" dt="2025-12-01T15:17:36.353" v="157" actId="1076"/>
          <ac:picMkLst>
            <pc:docMk/>
            <pc:sldMk cId="2527046048" sldId="261"/>
            <ac:picMk id="5" creationId="{D405B458-8DF7-0B0D-93A8-55420D5A777A}"/>
          </ac:picMkLst>
        </pc:picChg>
        <pc:picChg chg="add mod">
          <ac:chgData name="veerendra sai mogilicharla" userId="c29f7956b83c8f26" providerId="LiveId" clId="{82DA33F7-FCE4-4182-9FBD-F9D05E68F1A6}" dt="2025-12-01T15:17:27.941" v="155" actId="1076"/>
          <ac:picMkLst>
            <pc:docMk/>
            <pc:sldMk cId="2527046048" sldId="261"/>
            <ac:picMk id="7" creationId="{EBAB5DB3-8FAD-EE0B-4F69-83A2F0162E1F}"/>
          </ac:picMkLst>
        </pc:picChg>
      </pc:sldChg>
      <pc:sldChg chg="addSp modSp mod">
        <pc:chgData name="veerendra sai mogilicharla" userId="c29f7956b83c8f26" providerId="LiveId" clId="{82DA33F7-FCE4-4182-9FBD-F9D05E68F1A6}" dt="2025-12-01T15:25:13.526" v="222" actId="14100"/>
        <pc:sldMkLst>
          <pc:docMk/>
          <pc:sldMk cId="3800490093" sldId="262"/>
        </pc:sldMkLst>
        <pc:spChg chg="mod">
          <ac:chgData name="veerendra sai mogilicharla" userId="c29f7956b83c8f26" providerId="LiveId" clId="{82DA33F7-FCE4-4182-9FBD-F9D05E68F1A6}" dt="2025-12-01T15:13:08.105" v="126"/>
          <ac:spMkLst>
            <pc:docMk/>
            <pc:sldMk cId="3800490093" sldId="262"/>
            <ac:spMk id="2" creationId="{38DA7349-4716-CCB3-0EBF-374EAC94B9E2}"/>
          </ac:spMkLst>
        </pc:spChg>
        <pc:picChg chg="add mod">
          <ac:chgData name="veerendra sai mogilicharla" userId="c29f7956b83c8f26" providerId="LiveId" clId="{82DA33F7-FCE4-4182-9FBD-F9D05E68F1A6}" dt="2025-12-01T15:17:44.885" v="158" actId="1076"/>
          <ac:picMkLst>
            <pc:docMk/>
            <pc:sldMk cId="3800490093" sldId="262"/>
            <ac:picMk id="4" creationId="{29AC2232-88CC-6838-DA53-2843F20E0CB0}"/>
          </ac:picMkLst>
        </pc:picChg>
        <pc:picChg chg="mod">
          <ac:chgData name="veerendra sai mogilicharla" userId="c29f7956b83c8f26" providerId="LiveId" clId="{82DA33F7-FCE4-4182-9FBD-F9D05E68F1A6}" dt="2025-12-01T15:17:49.009" v="159" actId="1076"/>
          <ac:picMkLst>
            <pc:docMk/>
            <pc:sldMk cId="3800490093" sldId="262"/>
            <ac:picMk id="5" creationId="{2FB30AE4-A586-EF78-1FAC-D93BA6049025}"/>
          </ac:picMkLst>
        </pc:picChg>
        <pc:picChg chg="add mod">
          <ac:chgData name="veerendra sai mogilicharla" userId="c29f7956b83c8f26" providerId="LiveId" clId="{82DA33F7-FCE4-4182-9FBD-F9D05E68F1A6}" dt="2025-12-01T15:25:13.526" v="222" actId="14100"/>
          <ac:picMkLst>
            <pc:docMk/>
            <pc:sldMk cId="3800490093" sldId="262"/>
            <ac:picMk id="7" creationId="{A66E9C26-68F9-D2F8-2FE9-A97D10D24984}"/>
          </ac:picMkLst>
        </pc:picChg>
      </pc:sldChg>
      <pc:sldChg chg="addSp modSp mod">
        <pc:chgData name="veerendra sai mogilicharla" userId="c29f7956b83c8f26" providerId="LiveId" clId="{82DA33F7-FCE4-4182-9FBD-F9D05E68F1A6}" dt="2025-12-01T15:18:06.731" v="163" actId="1076"/>
        <pc:sldMkLst>
          <pc:docMk/>
          <pc:sldMk cId="1387523275" sldId="263"/>
        </pc:sldMkLst>
        <pc:spChg chg="mod">
          <ac:chgData name="veerendra sai mogilicharla" userId="c29f7956b83c8f26" providerId="LiveId" clId="{82DA33F7-FCE4-4182-9FBD-F9D05E68F1A6}" dt="2025-12-01T15:13:08.105" v="126"/>
          <ac:spMkLst>
            <pc:docMk/>
            <pc:sldMk cId="1387523275" sldId="263"/>
            <ac:spMk id="2" creationId="{54F1F4E4-2850-9334-9CF0-A99CA0010E59}"/>
          </ac:spMkLst>
        </pc:spChg>
        <pc:picChg chg="add mod">
          <ac:chgData name="veerendra sai mogilicharla" userId="c29f7956b83c8f26" providerId="LiveId" clId="{82DA33F7-FCE4-4182-9FBD-F9D05E68F1A6}" dt="2025-12-01T15:18:06.731" v="163" actId="1076"/>
          <ac:picMkLst>
            <pc:docMk/>
            <pc:sldMk cId="1387523275" sldId="263"/>
            <ac:picMk id="4" creationId="{907BE881-F5EB-C6D0-1FEE-B6229C9EDA7F}"/>
          </ac:picMkLst>
        </pc:picChg>
        <pc:picChg chg="mod">
          <ac:chgData name="veerendra sai mogilicharla" userId="c29f7956b83c8f26" providerId="LiveId" clId="{82DA33F7-FCE4-4182-9FBD-F9D05E68F1A6}" dt="2025-12-01T15:18:04.427" v="162" actId="1076"/>
          <ac:picMkLst>
            <pc:docMk/>
            <pc:sldMk cId="1387523275" sldId="263"/>
            <ac:picMk id="5" creationId="{74D3DBDE-F560-B17F-A1DB-DE11D839FCE9}"/>
          </ac:picMkLst>
        </pc:picChg>
        <pc:picChg chg="add mod">
          <ac:chgData name="veerendra sai mogilicharla" userId="c29f7956b83c8f26" providerId="LiveId" clId="{82DA33F7-FCE4-4182-9FBD-F9D05E68F1A6}" dt="2025-12-01T15:18:02.397" v="161" actId="14100"/>
          <ac:picMkLst>
            <pc:docMk/>
            <pc:sldMk cId="1387523275" sldId="263"/>
            <ac:picMk id="7" creationId="{C55AAF03-5742-4980-DA17-8A72A848A77C}"/>
          </ac:picMkLst>
        </pc:picChg>
      </pc:sldChg>
      <pc:sldChg chg="addSp modSp mod">
        <pc:chgData name="veerendra sai mogilicharla" userId="c29f7956b83c8f26" providerId="LiveId" clId="{82DA33F7-FCE4-4182-9FBD-F9D05E68F1A6}" dt="2025-12-01T15:18:15.092" v="164" actId="1076"/>
        <pc:sldMkLst>
          <pc:docMk/>
          <pc:sldMk cId="72845557" sldId="264"/>
        </pc:sldMkLst>
        <pc:spChg chg="mod">
          <ac:chgData name="veerendra sai mogilicharla" userId="c29f7956b83c8f26" providerId="LiveId" clId="{82DA33F7-FCE4-4182-9FBD-F9D05E68F1A6}" dt="2025-12-01T15:13:08.285" v="128" actId="27636"/>
          <ac:spMkLst>
            <pc:docMk/>
            <pc:sldMk cId="72845557" sldId="264"/>
            <ac:spMk id="2" creationId="{EB405E04-8A5A-0F8B-93A2-CFF7251953AB}"/>
          </ac:spMkLst>
        </pc:spChg>
        <pc:picChg chg="add mod">
          <ac:chgData name="veerendra sai mogilicharla" userId="c29f7956b83c8f26" providerId="LiveId" clId="{82DA33F7-FCE4-4182-9FBD-F9D05E68F1A6}" dt="2025-12-01T15:18:15.092" v="164" actId="1076"/>
          <ac:picMkLst>
            <pc:docMk/>
            <pc:sldMk cId="72845557" sldId="264"/>
            <ac:picMk id="4" creationId="{F2F556A0-A187-12C5-57DD-074D738B9761}"/>
          </ac:picMkLst>
        </pc:picChg>
        <pc:picChg chg="mod">
          <ac:chgData name="veerendra sai mogilicharla" userId="c29f7956b83c8f26" providerId="LiveId" clId="{82DA33F7-FCE4-4182-9FBD-F9D05E68F1A6}" dt="2025-12-01T11:24:42.577" v="82" actId="1076"/>
          <ac:picMkLst>
            <pc:docMk/>
            <pc:sldMk cId="72845557" sldId="264"/>
            <ac:picMk id="5" creationId="{F11EFDE4-78CC-26ED-AFD8-5223ADF69003}"/>
          </ac:picMkLst>
        </pc:picChg>
        <pc:picChg chg="add mod">
          <ac:chgData name="veerendra sai mogilicharla" userId="c29f7956b83c8f26" providerId="LiveId" clId="{82DA33F7-FCE4-4182-9FBD-F9D05E68F1A6}" dt="2025-12-01T11:25:19.338" v="89" actId="1076"/>
          <ac:picMkLst>
            <pc:docMk/>
            <pc:sldMk cId="72845557" sldId="264"/>
            <ac:picMk id="7" creationId="{6E33EC75-9EED-D732-2DB2-428EFF69D28C}"/>
          </ac:picMkLst>
        </pc:picChg>
      </pc:sldChg>
      <pc:sldChg chg="addSp modSp mod">
        <pc:chgData name="veerendra sai mogilicharla" userId="c29f7956b83c8f26" providerId="LiveId" clId="{82DA33F7-FCE4-4182-9FBD-F9D05E68F1A6}" dt="2025-12-01T15:18:23.010" v="165" actId="1076"/>
        <pc:sldMkLst>
          <pc:docMk/>
          <pc:sldMk cId="790515023" sldId="265"/>
        </pc:sldMkLst>
        <pc:spChg chg="mod">
          <ac:chgData name="veerendra sai mogilicharla" userId="c29f7956b83c8f26" providerId="LiveId" clId="{82DA33F7-FCE4-4182-9FBD-F9D05E68F1A6}" dt="2025-12-01T15:13:08.289" v="129" actId="27636"/>
          <ac:spMkLst>
            <pc:docMk/>
            <pc:sldMk cId="790515023" sldId="265"/>
            <ac:spMk id="2" creationId="{24BE0B20-07FF-B57F-D843-E122F5B153B6}"/>
          </ac:spMkLst>
        </pc:spChg>
        <pc:picChg chg="add mod">
          <ac:chgData name="veerendra sai mogilicharla" userId="c29f7956b83c8f26" providerId="LiveId" clId="{82DA33F7-FCE4-4182-9FBD-F9D05E68F1A6}" dt="2025-12-01T15:18:23.010" v="165" actId="1076"/>
          <ac:picMkLst>
            <pc:docMk/>
            <pc:sldMk cId="790515023" sldId="265"/>
            <ac:picMk id="4" creationId="{0FED440C-228D-A7AF-DD2B-8D9F22060C3A}"/>
          </ac:picMkLst>
        </pc:picChg>
        <pc:picChg chg="mod">
          <ac:chgData name="veerendra sai mogilicharla" userId="c29f7956b83c8f26" providerId="LiveId" clId="{82DA33F7-FCE4-4182-9FBD-F9D05E68F1A6}" dt="2025-12-01T11:25:30.363" v="91" actId="14100"/>
          <ac:picMkLst>
            <pc:docMk/>
            <pc:sldMk cId="790515023" sldId="265"/>
            <ac:picMk id="5" creationId="{F3D6A911-6BDE-83D8-4CFA-C22E4FBE7E4D}"/>
          </ac:picMkLst>
        </pc:picChg>
        <pc:picChg chg="add mod">
          <ac:chgData name="veerendra sai mogilicharla" userId="c29f7956b83c8f26" providerId="LiveId" clId="{82DA33F7-FCE4-4182-9FBD-F9D05E68F1A6}" dt="2025-12-01T11:26:36.130" v="97" actId="1076"/>
          <ac:picMkLst>
            <pc:docMk/>
            <pc:sldMk cId="790515023" sldId="265"/>
            <ac:picMk id="7" creationId="{DB829788-C1EC-2422-529B-7573EA639F2E}"/>
          </ac:picMkLst>
        </pc:picChg>
      </pc:sldChg>
      <pc:sldChg chg="addSp delSp modSp mod">
        <pc:chgData name="veerendra sai mogilicharla" userId="c29f7956b83c8f26" providerId="LiveId" clId="{82DA33F7-FCE4-4182-9FBD-F9D05E68F1A6}" dt="2025-12-01T15:13:08.293" v="130" actId="27636"/>
        <pc:sldMkLst>
          <pc:docMk/>
          <pc:sldMk cId="1244275168" sldId="266"/>
        </pc:sldMkLst>
        <pc:spChg chg="mod">
          <ac:chgData name="veerendra sai mogilicharla" userId="c29f7956b83c8f26" providerId="LiveId" clId="{82DA33F7-FCE4-4182-9FBD-F9D05E68F1A6}" dt="2025-12-01T15:13:08.293" v="130" actId="27636"/>
          <ac:spMkLst>
            <pc:docMk/>
            <pc:sldMk cId="1244275168" sldId="266"/>
            <ac:spMk id="2" creationId="{D107653D-CDE6-D764-EFA2-AB0F39FA4DC2}"/>
          </ac:spMkLst>
        </pc:spChg>
        <pc:picChg chg="add mod">
          <ac:chgData name="veerendra sai mogilicharla" userId="c29f7956b83c8f26" providerId="LiveId" clId="{82DA33F7-FCE4-4182-9FBD-F9D05E68F1A6}" dt="2025-12-01T11:30:39.559" v="119" actId="1076"/>
          <ac:picMkLst>
            <pc:docMk/>
            <pc:sldMk cId="1244275168" sldId="266"/>
            <ac:picMk id="4" creationId="{4261851C-49D9-D0F0-433D-7FFEEB6A575B}"/>
          </ac:picMkLst>
        </pc:picChg>
        <pc:picChg chg="mod">
          <ac:chgData name="veerendra sai mogilicharla" userId="c29f7956b83c8f26" providerId="LiveId" clId="{82DA33F7-FCE4-4182-9FBD-F9D05E68F1A6}" dt="2025-12-01T11:30:42.538" v="120" actId="1076"/>
          <ac:picMkLst>
            <pc:docMk/>
            <pc:sldMk cId="1244275168" sldId="266"/>
            <ac:picMk id="5" creationId="{8D1E98E8-A5E8-E469-00DD-D4E5A753DD81}"/>
          </ac:picMkLst>
        </pc:picChg>
        <pc:picChg chg="add mod">
          <ac:chgData name="veerendra sai mogilicharla" userId="c29f7956b83c8f26" providerId="LiveId" clId="{82DA33F7-FCE4-4182-9FBD-F9D05E68F1A6}" dt="2025-12-01T11:30:34.812" v="118" actId="1076"/>
          <ac:picMkLst>
            <pc:docMk/>
            <pc:sldMk cId="1244275168" sldId="266"/>
            <ac:picMk id="7" creationId="{5E05AF85-2D08-0598-BF58-48AAE27A6E74}"/>
          </ac:picMkLst>
        </pc:picChg>
        <pc:picChg chg="add del mod">
          <ac:chgData name="veerendra sai mogilicharla" userId="c29f7956b83c8f26" providerId="LiveId" clId="{82DA33F7-FCE4-4182-9FBD-F9D05E68F1A6}" dt="2025-12-01T11:30:16.412" v="113" actId="478"/>
          <ac:picMkLst>
            <pc:docMk/>
            <pc:sldMk cId="1244275168" sldId="266"/>
            <ac:picMk id="9" creationId="{E318DE81-2435-70AD-A3E0-7D69DC026FFE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CA52FF7-5A13-4893-86D9-74B6A0F9F40D}" type="datetimeFigureOut">
              <a:rPr lang="en-IN" smtClean="0"/>
              <a:t>01-12-2025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B101CEC-1E64-4BCC-9142-BA432DC3D98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467673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B101CEC-1E64-4BCC-9142-BA432DC3D98A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5045957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B101CEC-1E64-4BCC-9142-BA432DC3D98A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3218155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B101CEC-1E64-4BCC-9142-BA432DC3D98A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354529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0693" y="1769540"/>
            <a:ext cx="9440034" cy="1828801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0693" y="3598339"/>
            <a:ext cx="9440034" cy="1049867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861562-EFDB-4BE4-8D0E-C1579FA80781}" type="datetimeFigureOut">
              <a:rPr lang="en-IN" smtClean="0"/>
              <a:t>01-12-2025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A2C1D7-417E-4415-B65F-B87458EFB28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4335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861562-EFDB-4BE4-8D0E-C1579FA80781}" type="datetimeFigureOut">
              <a:rPr lang="en-IN" smtClean="0"/>
              <a:t>01-12-2025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A2C1D7-417E-4415-B65F-B87458EFB28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677081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1761067"/>
            <a:ext cx="9590550" cy="1828813"/>
          </a:xfrm>
        </p:spPr>
        <p:txBody>
          <a:bodyPr anchor="b"/>
          <a:lstStyle>
            <a:lvl1pPr algn="ct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3589879"/>
            <a:ext cx="9590550" cy="1507054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861562-EFDB-4BE4-8D0E-C1579FA80781}" type="datetimeFigureOut">
              <a:rPr lang="en-IN" smtClean="0"/>
              <a:t>01-12-2025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A2C1D7-417E-4415-B65F-B87458EFB28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754702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1732449"/>
            <a:ext cx="5060497" cy="4058750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2892" y="1732449"/>
            <a:ext cx="5064665" cy="4058751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861562-EFDB-4BE4-8D0E-C1579FA80781}" type="datetimeFigureOut">
              <a:rPr lang="en-IN" smtClean="0"/>
              <a:t>01-12-2025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A2C1D7-417E-4415-B65F-B87458EFB28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629218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795" y="1734506"/>
            <a:ext cx="5089072" cy="4148769"/>
          </a:xfrm>
          <a:prstGeom prst="rect">
            <a:avLst/>
          </a:prstGeom>
        </p:spPr>
      </p:pic>
      <p:pic>
        <p:nvPicPr>
          <p:cNvPr id="21" name="Picture 20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8485" y="1734506"/>
            <a:ext cx="5089072" cy="414876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5872" y="1835254"/>
            <a:ext cx="4876344" cy="544884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05872" y="2380137"/>
            <a:ext cx="4876344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94967" y="1835254"/>
            <a:ext cx="4895330" cy="544883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94967" y="2380137"/>
            <a:ext cx="4895330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861562-EFDB-4BE4-8D0E-C1579FA80781}" type="datetimeFigureOut">
              <a:rPr lang="en-IN" smtClean="0"/>
              <a:t>01-12-2025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A2C1D7-417E-4415-B65F-B87458EFB28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882303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861562-EFDB-4BE4-8D0E-C1579FA80781}" type="datetimeFigureOut">
              <a:rPr lang="en-IN" smtClean="0"/>
              <a:t>01-12-2025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A2C1D7-417E-4415-B65F-B87458EFB28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423736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861562-EFDB-4BE4-8D0E-C1579FA80781}" type="datetimeFigureOut">
              <a:rPr lang="en-IN" smtClean="0"/>
              <a:t>01-12-2025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A2C1D7-417E-4415-B65F-B87458EFB28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45130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3706889" cy="182191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609600"/>
            <a:ext cx="6411924" cy="51816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1518"/>
            <a:ext cx="3706889" cy="3359681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861562-EFDB-4BE4-8D0E-C1579FA80781}" type="datetimeFigureOut">
              <a:rPr lang="en-IN" smtClean="0"/>
              <a:t>01-12-2025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A2C1D7-417E-4415-B65F-B87458EFB28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840965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Slate-V2-HD-vert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3665" y="609600"/>
            <a:ext cx="3584166" cy="520483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923"/>
            <a:ext cx="5934949" cy="1829338"/>
          </a:xfrm>
        </p:spPr>
        <p:txBody>
          <a:bodyPr anchor="b">
            <a:noAutofit/>
          </a:bodyPr>
          <a:lstStyle>
            <a:lvl1pPr algn="ctr">
              <a:defRPr sz="3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42551" y="763702"/>
            <a:ext cx="3275751" cy="4912822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9261"/>
            <a:ext cx="5934949" cy="337613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861562-EFDB-4BE4-8D0E-C1579FA80781}" type="datetimeFigureOut">
              <a:rPr lang="en-IN" smtClean="0"/>
              <a:t>01-12-2025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A2C1D7-417E-4415-B65F-B87458EFB28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991752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Slate-V2-HD-pano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883" y="547807"/>
            <a:ext cx="10141799" cy="381680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565255"/>
            <a:ext cx="10355326" cy="543472"/>
          </a:xfrm>
        </p:spPr>
        <p:txBody>
          <a:bodyPr anchor="b">
            <a:normAutofit/>
          </a:bodyPr>
          <a:lstStyle>
            <a:lvl1pPr algn="ctr"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69349" y="695009"/>
            <a:ext cx="9845346" cy="3525671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53762" cy="682472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861562-EFDB-4BE4-8D0E-C1579FA80781}" type="datetimeFigureOut">
              <a:rPr lang="en-IN" smtClean="0"/>
              <a:t>01-12-2025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A2C1D7-417E-4415-B65F-B87458EFB28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319172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8437"/>
            <a:ext cx="10353762" cy="353434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95180"/>
            <a:ext cx="10353763" cy="150182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861562-EFDB-4BE4-8D0E-C1579FA80781}" type="datetimeFigureOut">
              <a:rPr lang="en-IN" smtClean="0"/>
              <a:t>01-12-2025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A2C1D7-417E-4415-B65F-B87458EFB28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5818173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32749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304353"/>
            <a:ext cx="10353763" cy="148949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861562-EFDB-4BE4-8D0E-C1579FA80781}" type="datetimeFigureOut">
              <a:rPr lang="en-IN" smtClean="0"/>
              <a:t>01-12-2025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A2C1D7-417E-4415-B65F-B87458EFB289}" type="slidenum">
              <a:rPr lang="en-IN" smtClean="0"/>
              <a:t>‹#›</a:t>
            </a:fld>
            <a:endParaRPr lang="en-IN"/>
          </a:p>
        </p:txBody>
      </p:sp>
      <p:sp>
        <p:nvSpPr>
          <p:cNvPr id="11" name="TextBox 10"/>
          <p:cNvSpPr txBox="1"/>
          <p:nvPr/>
        </p:nvSpPr>
        <p:spPr>
          <a:xfrm>
            <a:off x="990600" y="88479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04716" y="292825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20290180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2126942"/>
            <a:ext cx="10353763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84" y="4650556"/>
            <a:ext cx="1035219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861562-EFDB-4BE4-8D0E-C1579FA80781}" type="datetimeFigureOut">
              <a:rPr lang="en-IN" smtClean="0"/>
              <a:t>01-12-2025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A2C1D7-417E-4415-B65F-B87458EFB28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7214518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5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6711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43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572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66572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861562-EFDB-4BE4-8D0E-C1579FA80781}" type="datetimeFigureOut">
              <a:rPr lang="en-IN" smtClean="0"/>
              <a:t>01-12-2025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A2C1D7-417E-4415-B65F-B87458EFB28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3061852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962" y="1818214"/>
            <a:ext cx="3339972" cy="1847851"/>
          </a:xfrm>
          <a:prstGeom prst="rect">
            <a:avLst/>
          </a:prstGeom>
        </p:spPr>
      </p:pic>
      <p:pic>
        <p:nvPicPr>
          <p:cNvPr id="36" name="Picture 35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3800" y="1818214"/>
            <a:ext cx="3339972" cy="1847851"/>
          </a:xfrm>
          <a:prstGeom prst="rect">
            <a:avLst/>
          </a:prstGeom>
        </p:spPr>
      </p:pic>
      <p:pic>
        <p:nvPicPr>
          <p:cNvPr id="37" name="Picture 36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6051" y="1818214"/>
            <a:ext cx="3339972" cy="1847851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3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8102" y="1938918"/>
            <a:ext cx="3092368" cy="160295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480368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88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45743" y="1939094"/>
            <a:ext cx="3092368" cy="160816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435" y="4480367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697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75698" y="1934432"/>
            <a:ext cx="3092368" cy="160729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66572" y="4480365"/>
            <a:ext cx="3300984" cy="131083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861562-EFDB-4BE4-8D0E-C1579FA80781}" type="datetimeFigureOut">
              <a:rPr lang="en-IN" smtClean="0"/>
              <a:t>01-12-2025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A2C1D7-417E-4415-B65F-B87458EFB28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3066356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861562-EFDB-4BE4-8D0E-C1579FA80781}" type="datetimeFigureOut">
              <a:rPr lang="en-IN" smtClean="0"/>
              <a:t>01-12-2025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A2C1D7-417E-4415-B65F-B87458EFB28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5747871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83068" y="609599"/>
            <a:ext cx="228448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6" y="609599"/>
            <a:ext cx="7916872" cy="5181601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861562-EFDB-4BE4-8D0E-C1579FA80781}" type="datetimeFigureOut">
              <a:rPr lang="en-IN" smtClean="0"/>
              <a:t>01-12-2025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A2C1D7-417E-4415-B65F-B87458EFB28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327683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1732449"/>
            <a:ext cx="10353762" cy="4058751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A7861562-EFDB-4BE4-8D0E-C1579FA80781}" type="datetimeFigureOut">
              <a:rPr lang="en-IN" smtClean="0"/>
              <a:t>01-12-2025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5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7BA2C1D7-417E-4415-B65F-B87458EFB28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638804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j-lt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2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1pPr>
      <a:lvl2pPr marL="72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8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2pPr>
      <a:lvl3pPr marL="102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3pPr>
      <a:lvl4pPr marL="138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4pPr>
      <a:lvl5pPr marL="1674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5pPr>
      <a:lvl6pPr marL="20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240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78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310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jpg"/><Relationship Id="rId4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8875BF-51A8-E8A6-F01E-63F005146DF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Consumer Goods </a:t>
            </a:r>
            <a:r>
              <a:rPr lang="en-US" dirty="0" err="1"/>
              <a:t>Ad_Hoc</a:t>
            </a:r>
            <a:r>
              <a:rPr lang="en-US" dirty="0"/>
              <a:t> Insights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0FB4D14-5BD7-1DC4-14B6-0D170E10239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18356" y="5808133"/>
            <a:ext cx="9440034" cy="1049867"/>
          </a:xfrm>
        </p:spPr>
        <p:txBody>
          <a:bodyPr/>
          <a:lstStyle/>
          <a:p>
            <a:r>
              <a:rPr lang="en-US" dirty="0"/>
              <a:t>BY </a:t>
            </a:r>
            <a:br>
              <a:rPr lang="en-US" dirty="0"/>
            </a:br>
            <a:r>
              <a:rPr lang="en-US" dirty="0"/>
              <a:t>MOGILICHARLA VEERENDRA SAI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5F24253-A919-F043-48F6-409886B4667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635231" cy="16002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041A8A9-601F-D06A-1D05-CFE5288F2B7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20757" y="3862081"/>
            <a:ext cx="1635231" cy="168231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6F313B6-1619-3B47-C52B-243AA0CE564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48875" y="1"/>
            <a:ext cx="2143125" cy="16823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57635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DEF22C-AE87-9B0E-FCA5-B68A26924C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Provide the list of markets in which customer "</a:t>
            </a:r>
            <a:r>
              <a:rPr lang="en-US" dirty="0" err="1"/>
              <a:t>Atliq</a:t>
            </a:r>
            <a:r>
              <a:rPr lang="en-US" dirty="0"/>
              <a:t> Exclusive" operates its business in the APAC region.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15CBBC6-E1D3-AF7D-504B-C1D7E702237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1237" y="2575419"/>
            <a:ext cx="1350627" cy="3246541"/>
          </a:xfr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882762CE-0E0E-44FC-0920-D835F548F0B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91824" y="3250631"/>
            <a:ext cx="7208939" cy="13255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78979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C33D6C-CB50-03D6-2549-CB304B414F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200" dirty="0"/>
              <a:t>What is the percentage of unique product increase in 2021 vs. 2020? The final output contains these fields, unique_products_2020 unique_products_2021 </a:t>
            </a:r>
            <a:r>
              <a:rPr lang="en-US" sz="3200" dirty="0" err="1"/>
              <a:t>percentage_chg</a:t>
            </a:r>
            <a:endParaRPr lang="en-IN" sz="3200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29D3596-D58B-DA64-F659-BDF15767BF5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8809" y="2262930"/>
            <a:ext cx="4546002" cy="973967"/>
          </a:xfr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4280B4DE-70E4-5BD2-2DA8-9A22F8BA2DD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07568" y="2262930"/>
            <a:ext cx="6144482" cy="387094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C33A308-D247-9600-F42A-54496003719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8809" y="3429000"/>
            <a:ext cx="4546003" cy="27048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5001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A4F9C8-EC7A-83FA-9134-DF09E7F20D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200" dirty="0"/>
              <a:t>Provide a report with all the unique product counts for each segment and sort them in descending order of product counts. The final output contains 2 fields, segment </a:t>
            </a:r>
            <a:r>
              <a:rPr lang="en-US" sz="3200" dirty="0" err="1"/>
              <a:t>product_count</a:t>
            </a:r>
            <a:endParaRPr lang="en-IN" sz="3200" dirty="0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253299F0-9D6D-D740-68AA-A0532266051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76757" y="3164183"/>
            <a:ext cx="2155970" cy="3462916"/>
          </a:xfr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F68B9FBA-9E39-D614-AB8E-ABDE77D4ACD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17544" y="2250929"/>
            <a:ext cx="9050013" cy="70494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B468A46-1CC2-CD52-DA28-233FB1D4451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00799" y="3164183"/>
            <a:ext cx="4568817" cy="34858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27275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21DA42-D9D4-BAD1-2AD2-1EEB6B9096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800" dirty="0"/>
              <a:t>Follow-up: Which segment had the most increase in unique products in 2021 vs 2020? The final output contains these fields, segment product_count_2020 product_count_2021 difference </a:t>
            </a:r>
            <a:endParaRPr lang="en-IN" sz="2800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DAD206C-4A92-F40F-8196-C0C4D243AA4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7505" y="2094260"/>
            <a:ext cx="4186107" cy="2082077"/>
          </a:xfr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098D80E0-2748-67D2-3830-03A7C432A62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7505" y="4404937"/>
            <a:ext cx="4353886" cy="245306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1129DA0-65BF-3F9F-BDF2-9B284DE31D0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44581" y="2938324"/>
            <a:ext cx="7147419" cy="39196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04061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6CBE6F-85CE-456C-170A-760ADB362E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2800" dirty="0"/>
              <a:t>Get the products that have the highest and lowest manufacturing costs. The final output should contain these fields, </a:t>
            </a:r>
            <a:r>
              <a:rPr lang="en-US" sz="2800" dirty="0" err="1"/>
              <a:t>product_code</a:t>
            </a:r>
            <a:r>
              <a:rPr lang="en-US" sz="2800" dirty="0"/>
              <a:t> product </a:t>
            </a:r>
            <a:r>
              <a:rPr lang="en-US" sz="2800" dirty="0" err="1"/>
              <a:t>manufacturing_cost</a:t>
            </a:r>
            <a:endParaRPr lang="en-IN" sz="2800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405B458-8DF7-0B0D-93A8-55420D5A777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47844" y="2166007"/>
            <a:ext cx="3826079" cy="1262993"/>
          </a:xfr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DE15B813-48AD-3BCB-25A1-BCB82CE210D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21362" y="3820291"/>
            <a:ext cx="6335009" cy="258581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BAB5DB3-8FAD-EE0B-4F69-83A2F0162E1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8379" y="3743217"/>
            <a:ext cx="4520886" cy="26628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70460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DA7349-4716-CCB3-0EBF-374EAC94B9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800" dirty="0"/>
              <a:t>Generate a report which contains the top 5 customers who received an average high </a:t>
            </a:r>
            <a:r>
              <a:rPr lang="en-US" sz="2800" dirty="0" err="1"/>
              <a:t>pre_invoice_discount_pct</a:t>
            </a:r>
            <a:r>
              <a:rPr lang="en-US" sz="2800" dirty="0"/>
              <a:t> for the fiscal year 2021 and in the Indian market. The final output contains these fields, </a:t>
            </a:r>
            <a:r>
              <a:rPr lang="en-US" sz="2800" dirty="0" err="1"/>
              <a:t>customer_code</a:t>
            </a:r>
            <a:r>
              <a:rPr lang="en-US" sz="2800" dirty="0"/>
              <a:t> customer </a:t>
            </a:r>
            <a:r>
              <a:rPr lang="en-US" sz="2800" dirty="0" err="1"/>
              <a:t>average_discount_percentage</a:t>
            </a:r>
            <a:endParaRPr lang="en-IN" sz="2800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FB30AE4-A586-EF78-1FAC-D93BA604902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795" y="2054136"/>
            <a:ext cx="4712019" cy="2048081"/>
          </a:xfr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29AC2232-88CC-6838-DA53-2843F20E0CB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98508" y="3795576"/>
            <a:ext cx="5849166" cy="257210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66E9C26-68F9-D2F8-2FE9-A97D10D2498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795" y="4404220"/>
            <a:ext cx="4773941" cy="22603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04900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F1F4E4-2850-9334-9CF0-A99CA0010E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800" dirty="0"/>
              <a:t>Get the complete report of the Gross sales amount for the customer “</a:t>
            </a:r>
            <a:r>
              <a:rPr lang="en-US" sz="2800" dirty="0" err="1"/>
              <a:t>Atliq</a:t>
            </a:r>
            <a:r>
              <a:rPr lang="en-US" sz="2800" dirty="0"/>
              <a:t> Exclusive” for each month. This analysis helps to get an idea of low and high-performing months and take strategic decisions. The final report contains these columns: Month Year Gross sales Amount</a:t>
            </a:r>
            <a:endParaRPr lang="en-IN" sz="2800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4D3DBDE-F560-B17F-A1DB-DE11D839FCE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67424" y="1905396"/>
            <a:ext cx="2731855" cy="2670874"/>
          </a:xfr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07BE881-F5EB-C6D0-1FEE-B6229C9EDA7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37192" y="1773170"/>
            <a:ext cx="6020640" cy="299126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55AAF03-5742-4980-DA17-8A72A848A77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5430" y="4952604"/>
            <a:ext cx="7348378" cy="19053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75232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405E04-8A5A-0F8B-93A2-CFF7251953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2800" dirty="0"/>
              <a:t>In which quarter of 2020, got the maximum </a:t>
            </a:r>
            <a:r>
              <a:rPr lang="en-US" sz="2800" dirty="0" err="1"/>
              <a:t>total_sold_quantity</a:t>
            </a:r>
            <a:r>
              <a:rPr lang="en-US" sz="2800" dirty="0"/>
              <a:t>? The final output contains these fields sorted by the </a:t>
            </a:r>
            <a:r>
              <a:rPr lang="en-US" sz="2800" dirty="0" err="1"/>
              <a:t>total_sold_quantity</a:t>
            </a:r>
            <a:r>
              <a:rPr lang="en-US" sz="2800" dirty="0"/>
              <a:t>, Quarter </a:t>
            </a:r>
            <a:r>
              <a:rPr lang="en-US" sz="2800" dirty="0" err="1"/>
              <a:t>total_sold_quantity</a:t>
            </a:r>
            <a:endParaRPr lang="en-IN" sz="2800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11EFDE4-78CC-26ED-AFD8-5223ADF6900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107749"/>
            <a:ext cx="4776986" cy="1837302"/>
          </a:xfr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F2F556A0-A187-12C5-57DD-074D738B976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66363" y="1968977"/>
            <a:ext cx="3581900" cy="211484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E33EC75-9EED-D732-2DB2-428EFF69D28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26693" y="4083822"/>
            <a:ext cx="3868903" cy="22606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8455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BE0B20-07FF-B57F-D843-E122F5B153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2800" dirty="0"/>
              <a:t>Which channel helped to bring more gross sales in the fiscal year 2021 and the percentage of contribution? The final output contains these fields, channel </a:t>
            </a:r>
            <a:r>
              <a:rPr lang="en-US" sz="2800" dirty="0" err="1"/>
              <a:t>gross_sales_mln</a:t>
            </a:r>
            <a:r>
              <a:rPr lang="en-US" sz="2800" dirty="0"/>
              <a:t> percentage</a:t>
            </a:r>
            <a:endParaRPr lang="en-IN" sz="2800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3D6A911-6BDE-83D8-4CFA-C22E4FBE7E4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3520" y="2218877"/>
            <a:ext cx="5063954" cy="1325564"/>
          </a:xfr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0FED440C-228D-A7AF-DD2B-8D9F22060C3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4528" y="2688978"/>
            <a:ext cx="4391638" cy="321037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B829788-C1EC-2422-529B-7573EA639F2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5834" y="3709494"/>
            <a:ext cx="4391639" cy="26086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051502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07653D-CDE6-D764-EFA2-AB0F39FA4D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2800" dirty="0"/>
              <a:t>Get the Top 3 products in each division that have a high </a:t>
            </a:r>
            <a:r>
              <a:rPr lang="en-US" sz="2800" dirty="0" err="1"/>
              <a:t>total_sold_quantity</a:t>
            </a:r>
            <a:r>
              <a:rPr lang="en-US" sz="2800" dirty="0"/>
              <a:t> in the </a:t>
            </a:r>
            <a:r>
              <a:rPr lang="en-US" sz="2800" dirty="0" err="1"/>
              <a:t>fiscal_year</a:t>
            </a:r>
            <a:r>
              <a:rPr lang="en-US" sz="2800" dirty="0"/>
              <a:t> 2021? The final output contains these fields, division </a:t>
            </a:r>
            <a:r>
              <a:rPr lang="en-US" sz="2800" dirty="0" err="1"/>
              <a:t>product_code</a:t>
            </a:r>
            <a:r>
              <a:rPr lang="en-US" sz="2800" dirty="0"/>
              <a:t> </a:t>
            </a:r>
            <a:endParaRPr lang="en-IN" sz="2800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D1E98E8-A5E8-E469-00DD-D4E5A753DD8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5705" y="2429955"/>
            <a:ext cx="6242853" cy="2629816"/>
          </a:xfr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4261851C-49D9-D0F0-433D-7FFEEB6A575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96396" y="2228050"/>
            <a:ext cx="3918350" cy="262981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E05AF85-2D08-0598-BF58-48AAE27A6E7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96396" y="5001048"/>
            <a:ext cx="1788804" cy="712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427516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late">
  <a:themeElements>
    <a:clrScheme name="Slate">
      <a:dk1>
        <a:sysClr val="windowText" lastClr="000000"/>
      </a:dk1>
      <a:lt1>
        <a:sysClr val="window" lastClr="FFFFFF"/>
      </a:lt1>
      <a:dk2>
        <a:srgbClr val="212123"/>
      </a:dk2>
      <a:lt2>
        <a:srgbClr val="DADADA"/>
      </a:lt2>
      <a:accent1>
        <a:srgbClr val="BC451B"/>
      </a:accent1>
      <a:accent2>
        <a:srgbClr val="D3BA68"/>
      </a:accent2>
      <a:accent3>
        <a:srgbClr val="BB8640"/>
      </a:accent3>
      <a:accent4>
        <a:srgbClr val="AD9277"/>
      </a:accent4>
      <a:accent5>
        <a:srgbClr val="A55A43"/>
      </a:accent5>
      <a:accent6>
        <a:srgbClr val="AD9D7B"/>
      </a:accent6>
      <a:hlink>
        <a:srgbClr val="E98052"/>
      </a:hlink>
      <a:folHlink>
        <a:srgbClr val="F4B69B"/>
      </a:folHlink>
    </a:clrScheme>
    <a:fontScheme name="Slate">
      <a:maj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late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ate" id="{C3F70B94-7CE9-428E-ADC1-3269CC2C3385}" vid="{3F2DE9A5-64E6-437C-A389-CC4477E817E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TM04033929[[fn=Slate]]</Template>
  <TotalTime>42</TotalTime>
  <Words>364</Words>
  <Application>Microsoft Office PowerPoint</Application>
  <PresentationFormat>Widescreen</PresentationFormat>
  <Paragraphs>15</Paragraphs>
  <Slides>11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Calibri</vt:lpstr>
      <vt:lpstr>Calisto MT</vt:lpstr>
      <vt:lpstr>Wingdings 2</vt:lpstr>
      <vt:lpstr>Slate</vt:lpstr>
      <vt:lpstr>Consumer Goods Ad_Hoc Insights</vt:lpstr>
      <vt:lpstr>Provide the list of markets in which customer "Atliq Exclusive" operates its business in the APAC region.</vt:lpstr>
      <vt:lpstr>What is the percentage of unique product increase in 2021 vs. 2020? The final output contains these fields, unique_products_2020 unique_products_2021 percentage_chg</vt:lpstr>
      <vt:lpstr>Provide a report with all the unique product counts for each segment and sort them in descending order of product counts. The final output contains 2 fields, segment product_count</vt:lpstr>
      <vt:lpstr>Follow-up: Which segment had the most increase in unique products in 2021 vs 2020? The final output contains these fields, segment product_count_2020 product_count_2021 difference </vt:lpstr>
      <vt:lpstr>Get the products that have the highest and lowest manufacturing costs. The final output should contain these fields, product_code product manufacturing_cost</vt:lpstr>
      <vt:lpstr>Generate a report which contains the top 5 customers who received an average high pre_invoice_discount_pct for the fiscal year 2021 and in the Indian market. The final output contains these fields, customer_code customer average_discount_percentage</vt:lpstr>
      <vt:lpstr>Get the complete report of the Gross sales amount for the customer “Atliq Exclusive” for each month. This analysis helps to get an idea of low and high-performing months and take strategic decisions. The final report contains these columns: Month Year Gross sales Amount</vt:lpstr>
      <vt:lpstr>In which quarter of 2020, got the maximum total_sold_quantity? The final output contains these fields sorted by the total_sold_quantity, Quarter total_sold_quantity</vt:lpstr>
      <vt:lpstr>Which channel helped to bring more gross sales in the fiscal year 2021 and the percentage of contribution? The final output contains these fields, channel gross_sales_mln percentage</vt:lpstr>
      <vt:lpstr>Get the Top 3 products in each division that have a high total_sold_quantity in the fiscal_year 2021? The final output contains these fields, division product_code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veerendra sai mogilicharla</dc:creator>
  <cp:lastModifiedBy>veerendra sai mogilicharla</cp:lastModifiedBy>
  <cp:revision>1</cp:revision>
  <dcterms:created xsi:type="dcterms:W3CDTF">2025-12-01T09:53:16Z</dcterms:created>
  <dcterms:modified xsi:type="dcterms:W3CDTF">2025-12-01T15:26:05Z</dcterms:modified>
</cp:coreProperties>
</file>